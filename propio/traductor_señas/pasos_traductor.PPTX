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8FEF523-78A7-4EF4-AEA3-E292CBC4D04B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26648D9-E4B7-4E03-9749-83657721717C}" type="slidenum">
              <a:rPr lang="en-US" smtClean="0"/>
              <a:t>‹Nº›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28692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EF523-78A7-4EF4-AEA3-E292CBC4D04B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648D9-E4B7-4E03-9749-8365772171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62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8FEF523-78A7-4EF4-AEA3-E292CBC4D04B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26648D9-E4B7-4E03-9749-83657721717C}" type="slidenum">
              <a:rPr lang="en-US" smtClean="0"/>
              <a:t>‹Nº›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0730562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EF523-78A7-4EF4-AEA3-E292CBC4D04B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648D9-E4B7-4E03-9749-8365772171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694345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EF523-78A7-4EF4-AEA3-E292CBC4D04B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648D9-E4B7-4E03-9749-8365772171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969685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EF523-78A7-4EF4-AEA3-E292CBC4D04B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648D9-E4B7-4E03-9749-8365772171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77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EF523-78A7-4EF4-AEA3-E292CBC4D04B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648D9-E4B7-4E03-9749-8365772171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063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88FEF523-78A7-4EF4-AEA3-E292CBC4D04B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926648D9-E4B7-4E03-9749-83657721717C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6994457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88FEF523-78A7-4EF4-AEA3-E292CBC4D04B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926648D9-E4B7-4E03-9749-8365772171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987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EF523-78A7-4EF4-AEA3-E292CBC4D04B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648D9-E4B7-4E03-9749-8365772171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48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EF523-78A7-4EF4-AEA3-E292CBC4D04B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648D9-E4B7-4E03-9749-8365772171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9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8FEF523-78A7-4EF4-AEA3-E292CBC4D04B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26648D9-E4B7-4E03-9749-83657721717C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65107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Traductor de señas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err="1" smtClean="0"/>
              <a:t>Jose</a:t>
            </a:r>
            <a:r>
              <a:rPr lang="es-ES" dirty="0" smtClean="0"/>
              <a:t> Jhonatan choque </a:t>
            </a:r>
            <a:r>
              <a:rPr lang="es-ES" dirty="0" err="1" smtClean="0"/>
              <a:t>araujo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789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requisitos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Crear un traductor de señas en Python puede ser un proyecto desafiante pero muy interesante. A continuación, te explico los pasos generales para implementarlo utilizando visión por computadora y machine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1. Requisitos Previos</a:t>
            </a:r>
          </a:p>
          <a:p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Librerías necesarias</a:t>
            </a:r>
          </a:p>
          <a:p>
            <a:endParaRPr lang="es-E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OpenCV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: Para trabajar con la cámara y procesar imágenes.</a:t>
            </a:r>
          </a:p>
          <a:p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Mediapipe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: Para detectar manos y rastrear posiciones clave.</a:t>
            </a:r>
          </a:p>
          <a:p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TensorFlow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: Para entrenar o usar un modelo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preentrenado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de reconocimiento de señas.</a:t>
            </a:r>
          </a:p>
          <a:p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/Pandas: Para manipulación de datos.</a:t>
            </a:r>
          </a:p>
          <a:p>
            <a:endParaRPr lang="es-E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Instala las librerías necesarias: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855" y="5486660"/>
            <a:ext cx="4629796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50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Paso 1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36525" y="1281954"/>
            <a:ext cx="6081451" cy="592563"/>
          </a:xfrm>
        </p:spPr>
        <p:txBody>
          <a:bodyPr/>
          <a:lstStyle/>
          <a:p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Paso 1: Capturar las manos mediante la cámara</a:t>
            </a:r>
          </a:p>
          <a:p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Usa </a:t>
            </a:r>
            <a:r>
              <a:rPr lang="es-E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MediaPipe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Hands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para detectar y rastrear las posiciones clave de las manos.</a:t>
            </a:r>
          </a:p>
          <a:p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705" y="1874517"/>
            <a:ext cx="5573040" cy="4329059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241176" y="6266329"/>
            <a:ext cx="7293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Este código detecta y traza las posiciones clave de las manos en tiempo real.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687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Paso 2: Extraer puntos clave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Los puntos clave de las manos (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landmarks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) se pueden usar como características para entrenar un modelo de machine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. Cada mano tiene 21 puntos en el espacio tridimensional (x, y, z).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245" y="3717470"/>
            <a:ext cx="4496427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86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Paso 3: Preparar el </a:t>
            </a:r>
            <a:r>
              <a:rPr lang="es-ES" dirty="0" err="1"/>
              <a:t>dataset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51678" y="2286002"/>
            <a:ext cx="10178322" cy="627528"/>
          </a:xfrm>
        </p:spPr>
        <p:txBody>
          <a:bodyPr>
            <a:normAutofit/>
          </a:bodyPr>
          <a:lstStyle/>
          <a:p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Si estás entrenando tu propio modelo, necesitas un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de señas. Puedes capturar las posiciones clave y asignarlas a etiquetas (como letras del alfabeto o palabras).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1425388" y="5961529"/>
            <a:ext cx="97710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Alternativamente, puedes usar </a:t>
            </a:r>
            <a:r>
              <a:rPr lang="es-E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datasets</a:t>
            </a:r>
            <a:r>
              <a:rPr lang="es-E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preexistentes, como </a:t>
            </a:r>
            <a:r>
              <a:rPr lang="es-E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ASL (American </a:t>
            </a:r>
            <a:r>
              <a:rPr lang="es-ES" sz="1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Sign</a:t>
            </a:r>
            <a:r>
              <a:rPr lang="es-E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r>
              <a:rPr lang="es-E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E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, si estás trabajando con el alfabeto de señas.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543" y="3325015"/>
            <a:ext cx="5029902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696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Paso 4: Entrenar el modelo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51678" y="2286002"/>
            <a:ext cx="7246863" cy="439270"/>
          </a:xfrm>
        </p:spPr>
        <p:txBody>
          <a:bodyPr>
            <a:normAutofit/>
          </a:bodyPr>
          <a:lstStyle/>
          <a:p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Usa un modelo de machine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(como una red neuronal) para clasificar las posiciones clave.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068" y="3136757"/>
            <a:ext cx="6820852" cy="32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70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Paso 5: Integrar el modelo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51678" y="2286002"/>
            <a:ext cx="7659240" cy="753034"/>
          </a:xfrm>
        </p:spPr>
        <p:txBody>
          <a:bodyPr>
            <a:normAutofit/>
          </a:bodyPr>
          <a:lstStyle/>
          <a:p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Carga el modelo entrenado y úsalo para predecir en tiempo real: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731" y="3450521"/>
            <a:ext cx="6049219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921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Paso 6: Mostrar el resultado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Puedes superponer el resultado en la ventana de la cámara: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284" y="3295631"/>
            <a:ext cx="7935432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886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Mejoras</a:t>
            </a:r>
            <a:r>
              <a:rPr lang="en-US" dirty="0"/>
              <a:t> </a:t>
            </a:r>
            <a:r>
              <a:rPr lang="en-US" dirty="0" err="1"/>
              <a:t>Futuras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51678" y="2399332"/>
            <a:ext cx="836745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Soporte para palabras completas</a:t>
            </a: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Combina las señas individuales en palabras.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Detección de frases</a:t>
            </a: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Usa secuencias temporales con modelos como LSTMs o Transformers.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Traducción inversa</a:t>
            </a: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Convierte texto a animaciones de señas. </a:t>
            </a:r>
          </a:p>
        </p:txBody>
      </p:sp>
    </p:spTree>
    <p:extLst>
      <p:ext uri="{BB962C8B-B14F-4D97-AF65-F5344CB8AC3E}">
        <p14:creationId xmlns:p14="http://schemas.microsoft.com/office/powerpoint/2010/main" val="3221191514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Distintivo</Template>
  <TotalTime>95</TotalTime>
  <Words>341</Words>
  <Application>Microsoft Office PowerPoint</Application>
  <PresentationFormat>Panorámica</PresentationFormat>
  <Paragraphs>32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Gill Sans MT</vt:lpstr>
      <vt:lpstr>Impact</vt:lpstr>
      <vt:lpstr>Badge</vt:lpstr>
      <vt:lpstr>Traductor de señas</vt:lpstr>
      <vt:lpstr>requisitos</vt:lpstr>
      <vt:lpstr>Paso 1</vt:lpstr>
      <vt:lpstr>Paso 2: Extraer puntos clave</vt:lpstr>
      <vt:lpstr>Paso 3: Preparar el dataset</vt:lpstr>
      <vt:lpstr>Paso 4: Entrenar el modelo</vt:lpstr>
      <vt:lpstr>Paso 5: Integrar el modelo</vt:lpstr>
      <vt:lpstr>Paso 6: Mostrar el resultado</vt:lpstr>
      <vt:lpstr>3. Mejoras Futuras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Traductor de señas</dc:title>
  <dc:creator>Jhonatan</dc:creator>
  <cp:lastModifiedBy>Jhonatan</cp:lastModifiedBy>
  <cp:revision>4</cp:revision>
  <dcterms:created xsi:type="dcterms:W3CDTF">2024-12-18T02:11:00Z</dcterms:created>
  <dcterms:modified xsi:type="dcterms:W3CDTF">2024-12-18T03:46:10Z</dcterms:modified>
</cp:coreProperties>
</file>