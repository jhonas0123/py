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1849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7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79396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701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0957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5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26378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2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0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129E997-FC36-483E-81D1-EF25702E1FA8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262329B-D21A-44A2-A854-6EEDDE02D1FD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1466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toryio.com/start-trial" TargetMode="External"/><Relationship Id="rId2" Type="http://schemas.openxmlformats.org/officeDocument/2006/relationships/hyperlink" Target="https://www.modbustools.com/downloa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MODBUS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err="1" smtClean="0"/>
              <a:t>Jose</a:t>
            </a:r>
            <a:r>
              <a:rPr lang="es-BO" dirty="0" smtClean="0"/>
              <a:t> Jhonatan choque </a:t>
            </a:r>
            <a:r>
              <a:rPr lang="es-BO" dirty="0" err="1" smtClean="0"/>
              <a:t>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7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HERRAMIENTAS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03" y="1625090"/>
            <a:ext cx="8087854" cy="46297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456" y="1778445"/>
            <a:ext cx="2067213" cy="181000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457" y="3588448"/>
            <a:ext cx="2067213" cy="251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6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HERRAMIENTAS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1730190"/>
            <a:ext cx="10178322" cy="3593591"/>
          </a:xfrm>
        </p:spPr>
        <p:txBody>
          <a:bodyPr/>
          <a:lstStyle/>
          <a:p>
            <a:r>
              <a:rPr lang="es-BO" dirty="0" smtClean="0"/>
              <a:t>1. Instalar la librería de </a:t>
            </a:r>
            <a:r>
              <a:rPr lang="es-BO" dirty="0" err="1" smtClean="0"/>
              <a:t>pymodbus</a:t>
            </a:r>
            <a:r>
              <a:rPr lang="es-BO" dirty="0" smtClean="0"/>
              <a:t> por la terminal</a:t>
            </a:r>
          </a:p>
          <a:p>
            <a:r>
              <a:rPr lang="es-BO" dirty="0" smtClean="0"/>
              <a:t>2. El </a:t>
            </a:r>
            <a:r>
              <a:rPr lang="es-BO" dirty="0" err="1" smtClean="0"/>
              <a:t>pdf</a:t>
            </a:r>
            <a:r>
              <a:rPr lang="es-BO" dirty="0" smtClean="0"/>
              <a:t> que se encuentra el la carpeta</a:t>
            </a:r>
          </a:p>
          <a:p>
            <a:r>
              <a:rPr lang="es-BO" dirty="0" smtClean="0"/>
              <a:t>3. Simuladores gratuitos que permiten </a:t>
            </a:r>
            <a:r>
              <a:rPr lang="es-BO" dirty="0" err="1" smtClean="0"/>
              <a:t>trabajr</a:t>
            </a:r>
            <a:r>
              <a:rPr lang="es-BO" dirty="0" smtClean="0"/>
              <a:t> con </a:t>
            </a:r>
            <a:r>
              <a:rPr lang="es-BO" dirty="0" err="1" smtClean="0"/>
              <a:t>modbus</a:t>
            </a:r>
            <a:r>
              <a:rPr lang="es-BO" dirty="0" smtClean="0"/>
              <a:t> son </a:t>
            </a:r>
            <a:r>
              <a:rPr lang="es-BO" dirty="0" err="1" smtClean="0"/>
              <a:t>ModbusPoll</a:t>
            </a:r>
            <a:r>
              <a:rPr lang="es-BO" dirty="0" smtClean="0"/>
              <a:t> y </a:t>
            </a:r>
            <a:r>
              <a:rPr lang="es-BO" dirty="0" err="1" smtClean="0"/>
              <a:t>ModbusSlave</a:t>
            </a:r>
            <a:r>
              <a:rPr lang="es-BO" dirty="0" smtClean="0"/>
              <a:t> estos nos permiten generar un servidor </a:t>
            </a:r>
            <a:r>
              <a:rPr lang="es-BO" dirty="0" err="1" smtClean="0"/>
              <a:t>modbus</a:t>
            </a:r>
            <a:r>
              <a:rPr lang="es-BO" dirty="0" smtClean="0"/>
              <a:t> (PLC) y usar nuestro propio código de Python para apuntar a la tabla y extraer información.</a:t>
            </a:r>
          </a:p>
          <a:p>
            <a:r>
              <a:rPr lang="es-BO" dirty="0" smtClean="0"/>
              <a:t>Link (</a:t>
            </a:r>
            <a:r>
              <a:rPr lang="es-BO" dirty="0"/>
              <a:t>licencia gratuita) – (</a:t>
            </a:r>
            <a:r>
              <a:rPr lang="es-BO" dirty="0">
                <a:hlinkClick r:id="rId2"/>
              </a:rPr>
              <a:t>https://www.modbustools.com/download.html</a:t>
            </a:r>
            <a:r>
              <a:rPr lang="es-BO" dirty="0" smtClean="0"/>
              <a:t>) </a:t>
            </a:r>
          </a:p>
          <a:p>
            <a:r>
              <a:rPr lang="es-BO" dirty="0" smtClean="0"/>
              <a:t>Otro </a:t>
            </a:r>
            <a:r>
              <a:rPr lang="es-BO" dirty="0" err="1" smtClean="0"/>
              <a:t>softawe</a:t>
            </a:r>
            <a:r>
              <a:rPr lang="es-BO" dirty="0" smtClean="0"/>
              <a:t> que </a:t>
            </a:r>
            <a:r>
              <a:rPr lang="es-BO" dirty="0" err="1" smtClean="0"/>
              <a:t>pordemos</a:t>
            </a:r>
            <a:r>
              <a:rPr lang="es-BO" dirty="0" smtClean="0"/>
              <a:t> usar para comunicación </a:t>
            </a:r>
            <a:r>
              <a:rPr lang="es-BO" dirty="0"/>
              <a:t>es Factory IO (</a:t>
            </a:r>
            <a:r>
              <a:rPr lang="es-BO" dirty="0">
                <a:hlinkClick r:id="rId3"/>
              </a:rPr>
              <a:t>https://factoryio.com/start-trial</a:t>
            </a:r>
            <a:r>
              <a:rPr lang="es-BO" dirty="0" smtClean="0"/>
              <a:t>)  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r="34248" b="88560"/>
          <a:stretch/>
        </p:blipFill>
        <p:spPr>
          <a:xfrm>
            <a:off x="6812946" y="1874517"/>
            <a:ext cx="4975642" cy="238191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8973671" y="1730190"/>
            <a:ext cx="2519082" cy="502022"/>
          </a:xfrm>
          <a:prstGeom prst="round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4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b="23819"/>
          <a:stretch/>
        </p:blipFill>
        <p:spPr>
          <a:xfrm>
            <a:off x="1072524" y="187809"/>
            <a:ext cx="10297962" cy="186511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131" y="2052919"/>
            <a:ext cx="6782747" cy="405821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287" y="6226798"/>
            <a:ext cx="8478433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4488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32</TotalTime>
  <Words>92</Words>
  <Application>Microsoft Office PowerPoint</Application>
  <PresentationFormat>Panorámica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Impact</vt:lpstr>
      <vt:lpstr>Badge</vt:lpstr>
      <vt:lpstr>MODBUS</vt:lpstr>
      <vt:lpstr>HERRAMIENTAS</vt:lpstr>
      <vt:lpstr>HERRAMIENTAS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 1</dc:title>
  <dc:creator>Jhonatan</dc:creator>
  <cp:lastModifiedBy>Jhonatan</cp:lastModifiedBy>
  <cp:revision>4</cp:revision>
  <dcterms:created xsi:type="dcterms:W3CDTF">2024-11-17T04:44:02Z</dcterms:created>
  <dcterms:modified xsi:type="dcterms:W3CDTF">2024-11-17T05:18:43Z</dcterms:modified>
</cp:coreProperties>
</file>