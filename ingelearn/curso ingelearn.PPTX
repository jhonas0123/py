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4814-A4AA-45FF-9516-BFD3F33B7A58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21CDA-05BC-4BDB-8739-165F2CA0AEB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5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21CDA-05BC-4BDB-8739-165F2CA0AE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3090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31336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27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9038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0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46167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4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2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1DC8A6-9A52-435A-85FD-9248DA6D9E8A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D5C1B95-B4CE-477B-B8EA-3E61459E51F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249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accounts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drive/1zG_n_64aXPtMX5s2FAM9Uy3XHhU3Csn-" TargetMode="External"/><Relationship Id="rId4" Type="http://schemas.openxmlformats.org/officeDocument/2006/relationships/hyperlink" Target="https://colab.new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olab.research.google.com/drive/1ADh_nS-wzpvZJFzOUwJ6a-E8FXiLo4Ik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olab.research.google.com/drive/1JrJc1I67LdkGQUfyE0e9NjoI-uHUUTy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INGELEARN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JOSE JHONATAN CHOQUE ARAUJO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1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CLAVES PARA PROGRAMAR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Te dejamos aquí algunos pasos que te simplificarán la vida a la hora de escribir tus primeras líneas de código. </a:t>
            </a:r>
            <a:br>
              <a:rPr lang="es-ES" dirty="0"/>
            </a:br>
            <a:r>
              <a:rPr lang="es-ES" b="1" dirty="0"/>
              <a:t>Recuerda: Programar no es más que dar instrucciones, claras y en orden.</a:t>
            </a:r>
            <a:endParaRPr lang="es-ES" dirty="0"/>
          </a:p>
          <a:p>
            <a:r>
              <a:rPr lang="es-ES" b="1" dirty="0"/>
              <a:t>Entiende el problema:</a:t>
            </a:r>
            <a:r>
              <a:rPr lang="es-ES" dirty="0"/>
              <a:t> La programación comienza por entender el problema en su totalidad </a:t>
            </a:r>
            <a:r>
              <a:rPr lang="es-ES" b="1" dirty="0"/>
              <a:t>antes</a:t>
            </a:r>
            <a:r>
              <a:rPr lang="es-ES" dirty="0"/>
              <a:t> de poner manos a la obra en el código.</a:t>
            </a:r>
          </a:p>
          <a:p>
            <a:r>
              <a:rPr lang="es-ES" b="1" dirty="0"/>
              <a:t>Divide y conquista:</a:t>
            </a:r>
            <a:r>
              <a:rPr lang="es-ES" dirty="0"/>
              <a:t> Separa problemas grandes (que a veces pueden ser intimidantes) en problemas más pequeños y manejables.</a:t>
            </a:r>
          </a:p>
          <a:p>
            <a:r>
              <a:rPr lang="es-ES" b="1" dirty="0"/>
              <a:t>Menos es más:</a:t>
            </a:r>
            <a:r>
              <a:rPr lang="es-ES" dirty="0"/>
              <a:t> ¡No trates de resolver todo el problema de una sola vez! Empieza de a poco, y agrega funciones, complejizándolo de a pasos.</a:t>
            </a:r>
          </a:p>
          <a:p>
            <a:r>
              <a:rPr lang="es-ES" b="1" dirty="0"/>
              <a:t>Prueba, luego implementa:</a:t>
            </a:r>
            <a:r>
              <a:rPr lang="es-ES" dirty="0"/>
              <a:t> ¿No estás seguro/a de cómo funciona cualquier elemento? Pruébalo fuera del programa, entiende lo que hace, y luego lo usas.</a:t>
            </a:r>
          </a:p>
          <a:p>
            <a:r>
              <a:rPr lang="es-ES" b="1" dirty="0"/>
              <a:t>No te frustres:</a:t>
            </a:r>
            <a:r>
              <a:rPr lang="es-ES" dirty="0"/>
              <a:t> El aprendizaje y la experiencia vienen de la mano de equivocarse. No temas probar otra aproximación, aunque signifique comenzar de nuevo.</a:t>
            </a:r>
          </a:p>
          <a:p>
            <a:r>
              <a:rPr lang="es-ES" b="1" dirty="0"/>
              <a:t>Descansa:</a:t>
            </a:r>
            <a:r>
              <a:rPr lang="es-ES" dirty="0"/>
              <a:t> Cuando uno se “bloquea” con un problema, a veces basta con parar a hacer otra cosa, y luego volver. Yo mismo me sorprendo mucho de lo bien que funciona éste método.</a:t>
            </a:r>
          </a:p>
          <a:p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1251678" y="1128451"/>
            <a:ext cx="316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(Y no perderse en el intento…)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4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Programar	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Es la acción de darle a un equipo instrucciones en orden, explicándole paso a paso lo que queremos que haga</a:t>
            </a:r>
            <a:r>
              <a:rPr lang="en-US" dirty="0" smtClean="0"/>
              <a:t>. </a:t>
            </a:r>
          </a:p>
          <a:p>
            <a:r>
              <a:rPr lang="es-BO" dirty="0" smtClean="0"/>
              <a:t>Imaginen que están dando instrucciones a alguien que no sabe hacer nada por su cuenta.</a:t>
            </a:r>
          </a:p>
          <a:p>
            <a:r>
              <a:rPr lang="es-BO" dirty="0" smtClean="0"/>
              <a:t>Tienen que ser extremadamente claros y detallados.</a:t>
            </a:r>
          </a:p>
          <a:p>
            <a:r>
              <a:rPr lang="es-BO" dirty="0"/>
              <a:t>EJEMPLO (https://</a:t>
            </a:r>
            <a:r>
              <a:rPr lang="es-BO" dirty="0" smtClean="0"/>
              <a:t>www.youtube.com/watch?v=cDA3_5982h8)</a:t>
            </a:r>
          </a:p>
        </p:txBody>
      </p:sp>
    </p:spTree>
    <p:extLst>
      <p:ext uri="{BB962C8B-B14F-4D97-AF65-F5344CB8AC3E}">
        <p14:creationId xmlns:p14="http://schemas.microsoft.com/office/powerpoint/2010/main" val="290314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Ejemplo de un programa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740" y="2034989"/>
            <a:ext cx="9004504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sintaxis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Diferentes lenguajes de programación tienen distintas sintaxis, es decir, reglas para escribir el código. </a:t>
            </a:r>
          </a:p>
          <a:p>
            <a:r>
              <a:rPr lang="es-ES" sz="1400" dirty="0"/>
              <a:t>En el caso de </a:t>
            </a:r>
            <a:r>
              <a:rPr lang="es-ES" sz="1400" b="1" dirty="0"/>
              <a:t>Python</a:t>
            </a:r>
            <a:r>
              <a:rPr lang="es-ES" sz="1400" dirty="0"/>
              <a:t>, las reglas de sintaxis son bastante simples. Más adelante profundizaremos en el tema. </a:t>
            </a:r>
          </a:p>
          <a:p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línea</a:t>
            </a:r>
            <a:r>
              <a:rPr lang="en-US" sz="1400" dirty="0"/>
              <a:t> =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instrucción</a:t>
            </a:r>
            <a:r>
              <a:rPr lang="en-US" sz="1400" dirty="0"/>
              <a:t>. </a:t>
            </a:r>
            <a:endParaRPr lang="en-US" sz="1400" dirty="0" smtClean="0"/>
          </a:p>
          <a:p>
            <a:r>
              <a:rPr lang="es-ES" sz="1400" dirty="0"/>
              <a:t>Los espacios entre líneas son ignorados (podemos separar nuestro código en “bloques” y mantenerlo más </a:t>
            </a:r>
            <a:r>
              <a:rPr lang="es-ES" sz="1400" dirty="0" smtClean="0"/>
              <a:t>ordenado</a:t>
            </a:r>
          </a:p>
          <a:p>
            <a:r>
              <a:rPr lang="es-ES" sz="1400" dirty="0"/>
              <a:t>Los comentarios se inician con el carácter # y se extienden hasta el final de la línea</a:t>
            </a:r>
            <a:r>
              <a:rPr lang="es-ES" sz="1400" dirty="0" smtClean="0"/>
              <a:t>.</a:t>
            </a:r>
          </a:p>
          <a:p>
            <a:r>
              <a:rPr lang="es-ES" sz="1400" dirty="0"/>
              <a:t>El texto pueden delimitarse con comillas </a:t>
            </a:r>
            <a:r>
              <a:rPr lang="es-ES" sz="1400" dirty="0" smtClean="0"/>
              <a:t>simples (‘) o dobles (“)</a:t>
            </a:r>
          </a:p>
          <a:p>
            <a:r>
              <a:rPr lang="es-ES" sz="1400" dirty="0" smtClean="0"/>
              <a:t>Los bloques de código se delimitan por la </a:t>
            </a:r>
            <a:r>
              <a:rPr lang="es-ES" sz="1400" dirty="0" err="1" smtClean="0"/>
              <a:t>indentacion</a:t>
            </a:r>
            <a:r>
              <a:rPr lang="es-ES" sz="1400" dirty="0" smtClean="0"/>
              <a:t>, no por llaves {}</a:t>
            </a:r>
          </a:p>
          <a:p>
            <a:r>
              <a:rPr lang="es-ES" sz="1400" dirty="0" smtClean="0"/>
              <a:t>Las listas y diccionarios se crean usando corchetes [] y llaves {}, respectivamente (los veremos mas adelante)</a:t>
            </a:r>
          </a:p>
          <a:p>
            <a:r>
              <a:rPr lang="es-ES" sz="1400" dirty="0" smtClean="0"/>
              <a:t>Las expresiones booleanas (es decir, aquellos elementos que solamente tienen dos estados posibles, como un botón o un LED) usan TRUE  y FALSE con mayúscula inicial</a:t>
            </a:r>
          </a:p>
          <a:p>
            <a:r>
              <a:rPr lang="es-ES" sz="1400" dirty="0" smtClean="0"/>
              <a:t>Python usa el punto (.) para separar decimales, no la coma</a:t>
            </a:r>
          </a:p>
          <a:p>
            <a:endParaRPr lang="es-E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3321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variable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1470212"/>
            <a:ext cx="10178322" cy="2079811"/>
          </a:xfrm>
        </p:spPr>
        <p:txBody>
          <a:bodyPr/>
          <a:lstStyle/>
          <a:p>
            <a:r>
              <a:rPr lang="es-ES" dirty="0"/>
              <a:t>En muchos lenguajes de programación, las variables se usan para todo, desde guardar momentáneamente un valor, hasta realizar operaciones y almacenar estados complejos.</a:t>
            </a:r>
          </a:p>
          <a:p>
            <a:r>
              <a:rPr lang="es-ES" dirty="0"/>
              <a:t>Una variable tiene un </a:t>
            </a:r>
            <a:r>
              <a:rPr lang="es-ES" b="1" dirty="0"/>
              <a:t>nombre</a:t>
            </a:r>
            <a:r>
              <a:rPr lang="es-ES" dirty="0"/>
              <a:t>, un </a:t>
            </a:r>
            <a:r>
              <a:rPr lang="es-ES" b="1" dirty="0"/>
              <a:t>valor</a:t>
            </a:r>
            <a:r>
              <a:rPr lang="es-ES" dirty="0"/>
              <a:t> guardado y un </a:t>
            </a:r>
            <a:r>
              <a:rPr lang="es-ES" b="1" dirty="0"/>
              <a:t>tipo de datos</a:t>
            </a:r>
            <a:r>
              <a:rPr lang="es-ES" dirty="0"/>
              <a:t> asociado.</a:t>
            </a:r>
          </a:p>
          <a:p>
            <a:r>
              <a:rPr lang="es-ES" b="1" dirty="0"/>
              <a:t>Tipos de datos para </a:t>
            </a:r>
            <a:r>
              <a:rPr lang="es-ES" b="1" dirty="0" smtClean="0"/>
              <a:t>variables</a:t>
            </a:r>
          </a:p>
          <a:p>
            <a:r>
              <a:rPr lang="es-ES" dirty="0"/>
              <a:t>Los tipos más comunes que nos podemos llegar a encontrar en Python son los siguientes: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764" y="3711389"/>
            <a:ext cx="8858149" cy="227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78" y="494890"/>
            <a:ext cx="7830643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3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24784" y="382385"/>
            <a:ext cx="10178322" cy="1492132"/>
          </a:xfrm>
        </p:spPr>
        <p:txBody>
          <a:bodyPr/>
          <a:lstStyle/>
          <a:p>
            <a:r>
              <a:rPr lang="es-BO" dirty="0" smtClean="0"/>
              <a:t>ESTRUCTURAS DE CONTROL</a:t>
            </a:r>
            <a:endParaRPr lang="en-U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096" y="1568822"/>
            <a:ext cx="8114987" cy="452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7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65" y="976980"/>
            <a:ext cx="7030290" cy="472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7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GOOGLE COLAB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PRIMERO SE DEBE INICIAR SESION CON UNA CUENTA DE GOOGLE ATRAVES DE (</a:t>
            </a:r>
            <a:r>
              <a:rPr lang="es-BO" dirty="0">
                <a:hlinkClick r:id="rId2"/>
              </a:rPr>
              <a:t>https://accounts.google.com</a:t>
            </a:r>
            <a:r>
              <a:rPr lang="es-BO" dirty="0" smtClean="0">
                <a:hlinkClick r:id="rId2"/>
              </a:rPr>
              <a:t>/</a:t>
            </a:r>
            <a:r>
              <a:rPr lang="es-BO" dirty="0" smtClean="0"/>
              <a:t>)</a:t>
            </a:r>
          </a:p>
          <a:p>
            <a:r>
              <a:rPr lang="es-BO" dirty="0"/>
              <a:t>DESPUES DE INICIAR SESION SE PUEDE ACCEDER USANDO LA HERRAMIENTA DE (</a:t>
            </a:r>
            <a:r>
              <a:rPr lang="es-BO" dirty="0">
                <a:hlinkClick r:id="rId3"/>
              </a:rPr>
              <a:t>https://colab.research.google.com</a:t>
            </a:r>
            <a:r>
              <a:rPr lang="es-BO" dirty="0" smtClean="0">
                <a:hlinkClick r:id="rId3"/>
              </a:rPr>
              <a:t>/</a:t>
            </a:r>
            <a:r>
              <a:rPr lang="es-BO" dirty="0"/>
              <a:t>) O CREAR UNA NUEVA LIBRETA </a:t>
            </a:r>
            <a:r>
              <a:rPr lang="es-BO" dirty="0" smtClean="0"/>
              <a:t>CON (</a:t>
            </a:r>
            <a:r>
              <a:rPr lang="es-BO" dirty="0">
                <a:hlinkClick r:id="rId4"/>
              </a:rPr>
              <a:t>https://colab.new</a:t>
            </a:r>
            <a:r>
              <a:rPr lang="es-BO" dirty="0" smtClean="0">
                <a:hlinkClick r:id="rId4"/>
              </a:rPr>
              <a:t>/</a:t>
            </a:r>
            <a:r>
              <a:rPr lang="es-BO" dirty="0" smtClean="0"/>
              <a:t>) </a:t>
            </a:r>
          </a:p>
          <a:p>
            <a:r>
              <a:rPr lang="es-BO" dirty="0"/>
              <a:t>AQUÍ HAY UNA LIBRETA DONDE SE PRODRA TRABAJAR (</a:t>
            </a:r>
            <a:r>
              <a:rPr lang="es-BO" dirty="0">
                <a:hlinkClick r:id="rId5"/>
              </a:rPr>
              <a:t>https://colab.research.google.com/drive/1zG_n_64aXPtMX5s2FAM9Uy3XHhU3Csn-</a:t>
            </a:r>
            <a:r>
              <a:rPr lang="es-BO" dirty="0" smtClean="0"/>
              <a:t>)</a:t>
            </a:r>
          </a:p>
          <a:p>
            <a:endParaRPr lang="es-B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6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-197" b="22618"/>
          <a:stretch/>
        </p:blipFill>
        <p:spPr>
          <a:xfrm>
            <a:off x="977979" y="650746"/>
            <a:ext cx="3119478" cy="259447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649" y="1308847"/>
            <a:ext cx="6509868" cy="41758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32" y="3548362"/>
            <a:ext cx="4156053" cy="296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7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Estructura de datos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78" y="1649508"/>
            <a:ext cx="9290816" cy="905434"/>
          </a:xfrm>
        </p:spPr>
        <p:txBody>
          <a:bodyPr/>
          <a:lstStyle/>
          <a:p>
            <a:r>
              <a:rPr lang="es-BO" dirty="0"/>
              <a:t>En aquí se encuentra lo avanzando en código (</a:t>
            </a:r>
            <a:r>
              <a:rPr lang="es-BO" dirty="0">
                <a:hlinkClick r:id="rId2"/>
              </a:rPr>
              <a:t>https://</a:t>
            </a:r>
            <a:r>
              <a:rPr lang="es-BO" dirty="0" smtClean="0">
                <a:hlinkClick r:id="rId2"/>
              </a:rPr>
              <a:t>colab.research.google.com/drive/1ADh_nS-wzpvZJFzOUwJ6a-E8FXiLo4Ik</a:t>
            </a:r>
            <a:r>
              <a:rPr lang="es-BO" dirty="0" smtClean="0"/>
              <a:t>)</a:t>
            </a:r>
          </a:p>
          <a:p>
            <a:endParaRPr lang="es-BO" dirty="0"/>
          </a:p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95" y="2689416"/>
            <a:ext cx="10183646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5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84" y="510302"/>
            <a:ext cx="10297962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6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09537"/>
            <a:ext cx="10610850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8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Funciones y </a:t>
            </a:r>
            <a:r>
              <a:rPr lang="es-BO" dirty="0" err="1" smtClean="0"/>
              <a:t>modulos</a:t>
            </a:r>
            <a:r>
              <a:rPr lang="es-BO" dirty="0" smtClean="0"/>
              <a:t> en </a:t>
            </a:r>
            <a:r>
              <a:rPr lang="es-BO" dirty="0" err="1" smtClean="0"/>
              <a:t>python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En este link se encuentra todo lo avanzado en base </a:t>
            </a:r>
            <a:r>
              <a:rPr lang="es-BO" dirty="0"/>
              <a:t>a funciones (</a:t>
            </a:r>
            <a:r>
              <a:rPr lang="es-BO" dirty="0">
                <a:hlinkClick r:id="rId2"/>
              </a:rPr>
              <a:t>https://colab.research.google.com/drive/1JrJc1I67LdkGQUfyE0e9NjoI-uHUUTyU</a:t>
            </a:r>
            <a:r>
              <a:rPr lang="es-BO" dirty="0" smtClean="0"/>
              <a:t>)</a:t>
            </a:r>
          </a:p>
          <a:p>
            <a:endParaRPr lang="es-BO" dirty="0"/>
          </a:p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3899800"/>
            <a:ext cx="9201169" cy="15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85</TotalTime>
  <Words>428</Words>
  <Application>Microsoft Office PowerPoint</Application>
  <PresentationFormat>Panorámica</PresentationFormat>
  <Paragraphs>43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Impact</vt:lpstr>
      <vt:lpstr>Badge</vt:lpstr>
      <vt:lpstr>INGELEARN</vt:lpstr>
      <vt:lpstr>CLAVES PARA PROGRAMAR</vt:lpstr>
      <vt:lpstr>Programar </vt:lpstr>
      <vt:lpstr>Ejemplo de un programa</vt:lpstr>
      <vt:lpstr>sintaxis</vt:lpstr>
      <vt:lpstr>variable</vt:lpstr>
      <vt:lpstr>Presentación de PowerPoint</vt:lpstr>
      <vt:lpstr>ESTRUCTURAS DE CONTROL</vt:lpstr>
      <vt:lpstr>Presentación de PowerPoint</vt:lpstr>
      <vt:lpstr>GOOGLE COLAB</vt:lpstr>
      <vt:lpstr>Presentación de PowerPoint</vt:lpstr>
      <vt:lpstr>Estructura de datos</vt:lpstr>
      <vt:lpstr>Presentación de PowerPoint</vt:lpstr>
      <vt:lpstr>Presentación de PowerPoint</vt:lpstr>
      <vt:lpstr>Funciones y modulos en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INGELEARN</dc:title>
  <dc:creator>Jhonatan</dc:creator>
  <cp:lastModifiedBy>Jhonatan</cp:lastModifiedBy>
  <cp:revision>9</cp:revision>
  <dcterms:created xsi:type="dcterms:W3CDTF">2024-11-15T01:38:51Z</dcterms:created>
  <dcterms:modified xsi:type="dcterms:W3CDTF">2024-11-15T03:04:32Z</dcterms:modified>
</cp:coreProperties>
</file>