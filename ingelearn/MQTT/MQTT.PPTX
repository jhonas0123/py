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261" autoAdjust="0"/>
  </p:normalViewPr>
  <p:slideViewPr>
    <p:cSldViewPr snapToGrid="0">
      <p:cViewPr varScale="1">
        <p:scale>
          <a:sx n="102" d="100"/>
          <a:sy n="102" d="100"/>
        </p:scale>
        <p:origin x="9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EBD8DD-CD8F-489B-98CA-9370AD7EE980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2A4EEC-2014-4D4F-A59F-FABDF34250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115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2A4EEC-2014-4D4F-A59F-FABDF342503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4451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B920099A-1E6B-426C-9B76-FD290DB6EF5D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B140B9F4-00DC-4907-B03A-CF2963FE826C}" type="slidenum">
              <a:rPr lang="en-US" smtClean="0"/>
              <a:t>‹Nº›</a:t>
            </a:fld>
            <a:endParaRPr lang="en-US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637618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0099A-1E6B-426C-9B76-FD290DB6EF5D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0B9F4-00DC-4907-B03A-CF2963FE826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665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B920099A-1E6B-426C-9B76-FD290DB6EF5D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B140B9F4-00DC-4907-B03A-CF2963FE826C}" type="slidenum">
              <a:rPr lang="en-US" smtClean="0"/>
              <a:t>‹Nº›</a:t>
            </a:fld>
            <a:endParaRPr lang="en-US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1869183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0099A-1E6B-426C-9B76-FD290DB6EF5D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0B9F4-00DC-4907-B03A-CF2963FE826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8797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0099A-1E6B-426C-9B76-FD290DB6EF5D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0B9F4-00DC-4907-B03A-CF2963FE826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862075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0099A-1E6B-426C-9B76-FD290DB6EF5D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0B9F4-00DC-4907-B03A-CF2963FE826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909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0099A-1E6B-426C-9B76-FD290DB6EF5D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0B9F4-00DC-4907-B03A-CF2963FE826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892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B920099A-1E6B-426C-9B76-FD290DB6EF5D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B140B9F4-00DC-4907-B03A-CF2963FE826C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9580613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B920099A-1E6B-426C-9B76-FD290DB6EF5D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B140B9F4-00DC-4907-B03A-CF2963FE826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377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0099A-1E6B-426C-9B76-FD290DB6EF5D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0B9F4-00DC-4907-B03A-CF2963FE826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774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0099A-1E6B-426C-9B76-FD290DB6EF5D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0B9F4-00DC-4907-B03A-CF2963FE826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244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920099A-1E6B-426C-9B76-FD290DB6EF5D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140B9F4-00DC-4907-B03A-CF2963FE826C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05538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testclient-cloud.mqtt.cool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BO" dirty="0" smtClean="0"/>
              <a:t>MQTT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BO" dirty="0" smtClean="0"/>
              <a:t>JOSE JHONATAN CHOQUE ARAUJO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0584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589" y="1572136"/>
            <a:ext cx="4204533" cy="3897633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1358" y="908354"/>
            <a:ext cx="4610743" cy="2333951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4830" y="2184171"/>
            <a:ext cx="1276528" cy="1933845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3094" y="3151094"/>
            <a:ext cx="3467584" cy="232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965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BROUCKERS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404078" y="2277037"/>
            <a:ext cx="10178322" cy="3593591"/>
          </a:xfrm>
        </p:spPr>
        <p:txBody>
          <a:bodyPr/>
          <a:lstStyle/>
          <a:p>
            <a:r>
              <a:rPr lang="es-BO" dirty="0" err="1" smtClean="0"/>
              <a:t>MQTT.Cool</a:t>
            </a:r>
            <a:endParaRPr lang="es-BO" dirty="0" smtClean="0"/>
          </a:p>
          <a:p>
            <a:r>
              <a:rPr lang="es-BO" dirty="0" err="1" smtClean="0"/>
              <a:t>test,.mosquitto.org</a:t>
            </a:r>
            <a:endParaRPr lang="es-BO" dirty="0" smtClean="0"/>
          </a:p>
          <a:p>
            <a:r>
              <a:rPr lang="es-BO" dirty="0" err="1" smtClean="0"/>
              <a:t>HiveMQ</a:t>
            </a:r>
            <a:endParaRPr lang="en-U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904" y="5627706"/>
            <a:ext cx="1810003" cy="485843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7047" y="5349068"/>
            <a:ext cx="3467584" cy="857370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2771" y="5332390"/>
            <a:ext cx="1762371" cy="78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08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PASOS 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dirty="0" smtClean="0"/>
              <a:t>Ingresar a </a:t>
            </a:r>
            <a:r>
              <a:rPr lang="es-BO" dirty="0"/>
              <a:t>la pagina (</a:t>
            </a:r>
            <a:r>
              <a:rPr lang="es-BO" dirty="0">
                <a:hlinkClick r:id="rId2"/>
              </a:rPr>
              <a:t>https://testclient-cloud.mqtt.cool</a:t>
            </a:r>
            <a:r>
              <a:rPr lang="es-BO" dirty="0" smtClean="0">
                <a:hlinkClick r:id="rId2"/>
              </a:rPr>
              <a:t>/</a:t>
            </a:r>
            <a:r>
              <a:rPr lang="es-BO" dirty="0" smtClean="0"/>
              <a:t>)</a:t>
            </a:r>
          </a:p>
          <a:p>
            <a:r>
              <a:rPr lang="es-BO" dirty="0" smtClean="0"/>
              <a:t>Instalar la biblioteca </a:t>
            </a:r>
            <a:r>
              <a:rPr lang="es-BO" dirty="0" err="1" smtClean="0"/>
              <a:t>paho-mqtt</a:t>
            </a:r>
            <a:r>
              <a:rPr lang="es-BO" dirty="0" smtClean="0"/>
              <a:t> desde la terminal</a:t>
            </a:r>
          </a:p>
          <a:p>
            <a:endParaRPr lang="en-U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097" y="2765029"/>
            <a:ext cx="4525006" cy="32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868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Descripción </a:t>
            </a:r>
            <a:r>
              <a:rPr lang="es-BO" dirty="0" err="1" smtClean="0"/>
              <a:t>codigo</a:t>
            </a:r>
            <a:endParaRPr lang="en-U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0574" y="2470102"/>
            <a:ext cx="4980529" cy="2619556"/>
          </a:xfrm>
          <a:prstGeom prst="rect">
            <a:avLst/>
          </a:prstGeom>
        </p:spPr>
      </p:pic>
      <p:cxnSp>
        <p:nvCxnSpPr>
          <p:cNvPr id="8" name="Conector recto de flecha 7"/>
          <p:cNvCxnSpPr/>
          <p:nvPr/>
        </p:nvCxnSpPr>
        <p:spPr>
          <a:xfrm flipH="1">
            <a:off x="3346882" y="3002763"/>
            <a:ext cx="11008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/>
          <p:cNvCxnSpPr/>
          <p:nvPr/>
        </p:nvCxnSpPr>
        <p:spPr>
          <a:xfrm flipH="1">
            <a:off x="3346882" y="2778711"/>
            <a:ext cx="11008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/>
          <p:cNvCxnSpPr/>
          <p:nvPr/>
        </p:nvCxnSpPr>
        <p:spPr>
          <a:xfrm flipH="1">
            <a:off x="3346882" y="3323839"/>
            <a:ext cx="11008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/>
          <p:cNvCxnSpPr/>
          <p:nvPr/>
        </p:nvCxnSpPr>
        <p:spPr>
          <a:xfrm flipH="1">
            <a:off x="3366117" y="3510270"/>
            <a:ext cx="11008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/>
          <p:cNvCxnSpPr/>
          <p:nvPr/>
        </p:nvCxnSpPr>
        <p:spPr>
          <a:xfrm flipH="1">
            <a:off x="3376474" y="3856499"/>
            <a:ext cx="11008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/>
          <p:cNvCxnSpPr/>
          <p:nvPr/>
        </p:nvCxnSpPr>
        <p:spPr>
          <a:xfrm>
            <a:off x="6340838" y="4687410"/>
            <a:ext cx="0" cy="7102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/>
          <p:cNvCxnSpPr/>
          <p:nvPr/>
        </p:nvCxnSpPr>
        <p:spPr>
          <a:xfrm>
            <a:off x="7723573" y="4687410"/>
            <a:ext cx="0" cy="7102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uadroTexto 19"/>
          <p:cNvSpPr txBox="1"/>
          <p:nvPr/>
        </p:nvSpPr>
        <p:spPr>
          <a:xfrm>
            <a:off x="2680834" y="2530241"/>
            <a:ext cx="6956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BO" sz="1400" dirty="0" smtClean="0"/>
              <a:t>librería</a:t>
            </a:r>
            <a:endParaRPr lang="en-US" sz="1400" dirty="0"/>
          </a:p>
        </p:txBody>
      </p:sp>
      <p:sp>
        <p:nvSpPr>
          <p:cNvPr id="22" name="CuadroTexto 21"/>
          <p:cNvSpPr txBox="1"/>
          <p:nvPr/>
        </p:nvSpPr>
        <p:spPr>
          <a:xfrm>
            <a:off x="2680834" y="2780822"/>
            <a:ext cx="6976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BO" sz="1400" dirty="0" smtClean="0"/>
              <a:t>tiempo</a:t>
            </a:r>
            <a:endParaRPr lang="en-US" sz="1400" dirty="0"/>
          </a:p>
        </p:txBody>
      </p:sp>
      <p:sp>
        <p:nvSpPr>
          <p:cNvPr id="23" name="CuadroTexto 22"/>
          <p:cNvSpPr txBox="1"/>
          <p:nvPr/>
        </p:nvSpPr>
        <p:spPr>
          <a:xfrm>
            <a:off x="2520534" y="3099455"/>
            <a:ext cx="855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BO" sz="1400" dirty="0" smtClean="0"/>
              <a:t>dirección</a:t>
            </a:r>
            <a:endParaRPr lang="en-US" sz="1400" dirty="0"/>
          </a:p>
        </p:txBody>
      </p:sp>
      <p:sp>
        <p:nvSpPr>
          <p:cNvPr id="24" name="CuadroTexto 23"/>
          <p:cNvSpPr txBox="1"/>
          <p:nvPr/>
        </p:nvSpPr>
        <p:spPr>
          <a:xfrm>
            <a:off x="2252864" y="3323839"/>
            <a:ext cx="10182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BO" sz="1400" dirty="0" smtClean="0"/>
              <a:t>descripción</a:t>
            </a:r>
            <a:endParaRPr lang="en-US" sz="1400" dirty="0"/>
          </a:p>
        </p:txBody>
      </p:sp>
      <p:sp>
        <p:nvSpPr>
          <p:cNvPr id="25" name="CuadroTexto 24"/>
          <p:cNvSpPr txBox="1"/>
          <p:nvPr/>
        </p:nvSpPr>
        <p:spPr>
          <a:xfrm>
            <a:off x="1995981" y="3595791"/>
            <a:ext cx="15648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BO" sz="1400" dirty="0" smtClean="0"/>
              <a:t>Punto de conexión</a:t>
            </a:r>
            <a:endParaRPr lang="en-US" sz="1400" dirty="0"/>
          </a:p>
        </p:txBody>
      </p:sp>
      <p:sp>
        <p:nvSpPr>
          <p:cNvPr id="26" name="CuadroTexto 25"/>
          <p:cNvSpPr txBox="1"/>
          <p:nvPr/>
        </p:nvSpPr>
        <p:spPr>
          <a:xfrm>
            <a:off x="5846703" y="5315911"/>
            <a:ext cx="128913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BO" sz="1050" dirty="0" smtClean="0"/>
              <a:t>nombre</a:t>
            </a:r>
          </a:p>
          <a:p>
            <a:r>
              <a:rPr lang="es-BO" sz="1050" dirty="0" smtClean="0"/>
              <a:t>deben ser iguales</a:t>
            </a:r>
          </a:p>
          <a:p>
            <a:r>
              <a:rPr lang="es-BO" sz="1050" dirty="0" smtClean="0"/>
              <a:t>al del lugar que nos</a:t>
            </a:r>
          </a:p>
          <a:p>
            <a:r>
              <a:rPr lang="es-BO" sz="1050" dirty="0" smtClean="0"/>
              <a:t>queremos conectar</a:t>
            </a:r>
          </a:p>
        </p:txBody>
      </p:sp>
      <p:sp>
        <p:nvSpPr>
          <p:cNvPr id="27" name="CuadroTexto 26"/>
          <p:cNvSpPr txBox="1"/>
          <p:nvPr/>
        </p:nvSpPr>
        <p:spPr>
          <a:xfrm>
            <a:off x="7455040" y="5315911"/>
            <a:ext cx="139974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BO" sz="1050" dirty="0" smtClean="0"/>
              <a:t>Mensaje que nos </a:t>
            </a:r>
            <a:r>
              <a:rPr lang="es-BO" sz="1050" dirty="0" err="1" smtClean="0"/>
              <a:t>dara</a:t>
            </a:r>
            <a:r>
              <a:rPr lang="es-BO" sz="1050" dirty="0" smtClean="0"/>
              <a:t> </a:t>
            </a:r>
          </a:p>
          <a:p>
            <a:r>
              <a:rPr lang="es-BO" sz="1050" dirty="0" smtClean="0"/>
              <a:t>Como resultado</a:t>
            </a:r>
          </a:p>
        </p:txBody>
      </p:sp>
      <p:cxnSp>
        <p:nvCxnSpPr>
          <p:cNvPr id="29" name="Conector recto de flecha 28"/>
          <p:cNvCxnSpPr/>
          <p:nvPr/>
        </p:nvCxnSpPr>
        <p:spPr>
          <a:xfrm flipH="1">
            <a:off x="3376474" y="4687410"/>
            <a:ext cx="12754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uadroTexto 29"/>
          <p:cNvSpPr txBox="1"/>
          <p:nvPr/>
        </p:nvSpPr>
        <p:spPr>
          <a:xfrm>
            <a:off x="2142256" y="4517742"/>
            <a:ext cx="12394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BO" sz="1200" dirty="0" smtClean="0"/>
              <a:t>Tiempo asignado</a:t>
            </a:r>
          </a:p>
          <a:p>
            <a:r>
              <a:rPr lang="es-BO" sz="1200" dirty="0" smtClean="0"/>
              <a:t>En segundo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417112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err="1" smtClean="0"/>
              <a:t>accion</a:t>
            </a:r>
            <a:endParaRPr lang="en-U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368" y="2381671"/>
            <a:ext cx="5125165" cy="281026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183" y="1128451"/>
            <a:ext cx="5286652" cy="883888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1046998" y="2012339"/>
            <a:ext cx="426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BO" dirty="0" smtClean="0"/>
              <a:t>1.-</a:t>
            </a:r>
            <a:endParaRPr lang="en-US" dirty="0"/>
          </a:p>
        </p:txBody>
      </p:sp>
      <p:sp>
        <p:nvSpPr>
          <p:cNvPr id="7" name="CuadroTexto 6"/>
          <p:cNvSpPr txBox="1"/>
          <p:nvPr/>
        </p:nvSpPr>
        <p:spPr>
          <a:xfrm>
            <a:off x="6358298" y="759119"/>
            <a:ext cx="426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BO" dirty="0" smtClean="0"/>
              <a:t>2.-</a:t>
            </a:r>
            <a:endParaRPr lang="en-US" dirty="0"/>
          </a:p>
        </p:txBody>
      </p:sp>
      <p:sp>
        <p:nvSpPr>
          <p:cNvPr id="8" name="Elipse 7"/>
          <p:cNvSpPr/>
          <p:nvPr/>
        </p:nvSpPr>
        <p:spPr>
          <a:xfrm>
            <a:off x="9392575" y="1473693"/>
            <a:ext cx="630314" cy="538646"/>
          </a:xfrm>
          <a:prstGeom prst="ellips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/>
          <p:cNvSpPr txBox="1"/>
          <p:nvPr/>
        </p:nvSpPr>
        <p:spPr>
          <a:xfrm>
            <a:off x="6358298" y="2197005"/>
            <a:ext cx="426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BO" dirty="0"/>
              <a:t>3</a:t>
            </a:r>
            <a:r>
              <a:rPr lang="es-BO" dirty="0" smtClean="0"/>
              <a:t>.-</a:t>
            </a:r>
            <a:endParaRPr lang="en-US" dirty="0"/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5018" y="2219759"/>
            <a:ext cx="3175099" cy="716742"/>
          </a:xfrm>
          <a:prstGeom prst="rect">
            <a:avLst/>
          </a:prstGeom>
        </p:spPr>
      </p:pic>
      <p:sp>
        <p:nvSpPr>
          <p:cNvPr id="13" name="Elipse 12"/>
          <p:cNvSpPr/>
          <p:nvPr/>
        </p:nvSpPr>
        <p:spPr>
          <a:xfrm>
            <a:off x="6785018" y="2381671"/>
            <a:ext cx="1746423" cy="554830"/>
          </a:xfrm>
          <a:prstGeom prst="ellipse">
            <a:avLst/>
          </a:prstGeom>
          <a:noFill/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Elipse 13"/>
          <p:cNvSpPr/>
          <p:nvPr/>
        </p:nvSpPr>
        <p:spPr>
          <a:xfrm>
            <a:off x="3004611" y="4318483"/>
            <a:ext cx="1141262" cy="466581"/>
          </a:xfrm>
          <a:prstGeom prst="ellipse">
            <a:avLst/>
          </a:prstGeom>
          <a:noFill/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Conector recto de flecha 15"/>
          <p:cNvCxnSpPr/>
          <p:nvPr/>
        </p:nvCxnSpPr>
        <p:spPr>
          <a:xfrm flipV="1">
            <a:off x="4145873" y="2814221"/>
            <a:ext cx="2769832" cy="1737552"/>
          </a:xfrm>
          <a:prstGeom prst="straightConnector1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9215021" y="2381671"/>
            <a:ext cx="745096" cy="432550"/>
          </a:xfrm>
          <a:prstGeom prst="ellips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uadroTexto 17"/>
          <p:cNvSpPr txBox="1"/>
          <p:nvPr/>
        </p:nvSpPr>
        <p:spPr>
          <a:xfrm>
            <a:off x="6358298" y="3417472"/>
            <a:ext cx="426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BO" dirty="0" smtClean="0"/>
              <a:t>4.-</a:t>
            </a:r>
            <a:endParaRPr lang="en-US" dirty="0"/>
          </a:p>
        </p:txBody>
      </p:sp>
      <p:pic>
        <p:nvPicPr>
          <p:cNvPr id="19" name="Imagen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6634" y="3232384"/>
            <a:ext cx="4994201" cy="3134546"/>
          </a:xfrm>
          <a:prstGeom prst="rect">
            <a:avLst/>
          </a:prstGeom>
        </p:spPr>
      </p:pic>
      <p:sp>
        <p:nvSpPr>
          <p:cNvPr id="20" name="Elipse 19"/>
          <p:cNvSpPr/>
          <p:nvPr/>
        </p:nvSpPr>
        <p:spPr>
          <a:xfrm>
            <a:off x="9338994" y="3695810"/>
            <a:ext cx="2455915" cy="701336"/>
          </a:xfrm>
          <a:prstGeom prst="ellipse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Elipse 20"/>
          <p:cNvSpPr/>
          <p:nvPr/>
        </p:nvSpPr>
        <p:spPr>
          <a:xfrm>
            <a:off x="4145874" y="4180297"/>
            <a:ext cx="1846554" cy="740808"/>
          </a:xfrm>
          <a:prstGeom prst="ellipse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Conector recto de flecha 22"/>
          <p:cNvCxnSpPr>
            <a:stCxn id="21" idx="6"/>
            <a:endCxn id="20" idx="2"/>
          </p:cNvCxnSpPr>
          <p:nvPr/>
        </p:nvCxnSpPr>
        <p:spPr>
          <a:xfrm flipV="1">
            <a:off x="5992428" y="4046478"/>
            <a:ext cx="3346566" cy="50422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0662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Para celular</a:t>
            </a:r>
            <a:endParaRPr lang="en-U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3"/>
          <a:srcRect b="32158"/>
          <a:stretch/>
        </p:blipFill>
        <p:spPr>
          <a:xfrm>
            <a:off x="1065229" y="3906786"/>
            <a:ext cx="1682846" cy="2722153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1991" y="3825044"/>
            <a:ext cx="1987747" cy="2885639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7320" y="3765404"/>
            <a:ext cx="2274749" cy="3004915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9651" y="3906786"/>
            <a:ext cx="2423443" cy="2597085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64192" y="1128451"/>
            <a:ext cx="3867690" cy="241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424103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Distintivo</Template>
  <TotalTime>70</TotalTime>
  <Words>70</Words>
  <Application>Microsoft Office PowerPoint</Application>
  <PresentationFormat>Panorámica</PresentationFormat>
  <Paragraphs>30</Paragraphs>
  <Slides>7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Arial</vt:lpstr>
      <vt:lpstr>Calibri</vt:lpstr>
      <vt:lpstr>Gill Sans MT</vt:lpstr>
      <vt:lpstr>Impact</vt:lpstr>
      <vt:lpstr>Badge</vt:lpstr>
      <vt:lpstr>MQTT</vt:lpstr>
      <vt:lpstr>Presentación de PowerPoint</vt:lpstr>
      <vt:lpstr>BROUCKERS</vt:lpstr>
      <vt:lpstr>PASOS </vt:lpstr>
      <vt:lpstr>Descripción codigo</vt:lpstr>
      <vt:lpstr>accion</vt:lpstr>
      <vt:lpstr>Para celular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MQTT</dc:title>
  <dc:creator>Jhonatan</dc:creator>
  <cp:lastModifiedBy>Jhonatan</cp:lastModifiedBy>
  <cp:revision>5</cp:revision>
  <dcterms:created xsi:type="dcterms:W3CDTF">2024-11-17T05:20:35Z</dcterms:created>
  <dcterms:modified xsi:type="dcterms:W3CDTF">2024-11-17T06:31:12Z</dcterms:modified>
</cp:coreProperties>
</file>