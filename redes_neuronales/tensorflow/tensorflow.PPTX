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128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2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904444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8207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4847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1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1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56198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5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5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2CE466F-918A-44CF-95D8-F964A760A88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8F5956A-799D-43D7-8E83-1B2C3C17F500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957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Tensor </a:t>
            </a:r>
            <a:r>
              <a:rPr lang="es-ES" dirty="0" err="1" smtClean="0"/>
              <a:t>flow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 smtClean="0"/>
              <a:t>Jose</a:t>
            </a:r>
            <a:r>
              <a:rPr lang="es-ES" dirty="0" smtClean="0"/>
              <a:t> Jhonatan choque </a:t>
            </a:r>
            <a:r>
              <a:rPr lang="es-ES" dirty="0" err="1" smtClean="0"/>
              <a:t>araujo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43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Curso de tensor flow.js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4213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15</TotalTime>
  <Words>10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Gill Sans MT</vt:lpstr>
      <vt:lpstr>Impact</vt:lpstr>
      <vt:lpstr>Badge</vt:lpstr>
      <vt:lpstr>Tensor flow</vt:lpstr>
      <vt:lpstr>Curso de tensor flow.js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Jhonatan</dc:creator>
  <cp:lastModifiedBy>Jhonatan</cp:lastModifiedBy>
  <cp:revision>2</cp:revision>
  <dcterms:created xsi:type="dcterms:W3CDTF">2025-01-13T00:41:36Z</dcterms:created>
  <dcterms:modified xsi:type="dcterms:W3CDTF">2025-01-13T00:57:01Z</dcterms:modified>
</cp:coreProperties>
</file>