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98519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186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3816320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28002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6884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01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806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753982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837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495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704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D15AE765-5ECA-4C6C-A94D-BF7758BAA011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65577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BO" dirty="0" err="1" smtClean="0"/>
              <a:t>python</a:t>
            </a:r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BO" dirty="0" err="1" smtClean="0"/>
              <a:t>Jose</a:t>
            </a:r>
            <a:r>
              <a:rPr lang="es-BO" dirty="0" smtClean="0"/>
              <a:t> Jhonatan choque </a:t>
            </a:r>
            <a:r>
              <a:rPr lang="es-BO" dirty="0" err="1" smtClean="0"/>
              <a:t>araujo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346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instalación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BO" dirty="0" smtClean="0"/>
              <a:t>Programas necesarios: visual </a:t>
            </a:r>
            <a:r>
              <a:rPr lang="es-BO" dirty="0" err="1" smtClean="0"/>
              <a:t>stude</a:t>
            </a:r>
            <a:r>
              <a:rPr lang="es-BO" dirty="0" smtClean="0"/>
              <a:t> </a:t>
            </a:r>
            <a:r>
              <a:rPr lang="es-BO" dirty="0" err="1" smtClean="0"/>
              <a:t>code</a:t>
            </a:r>
            <a:r>
              <a:rPr lang="es-BO" dirty="0" smtClean="0"/>
              <a:t>, </a:t>
            </a:r>
            <a:r>
              <a:rPr lang="es-BO" dirty="0" err="1" smtClean="0"/>
              <a:t>python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912204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Distintivo</Template>
  <TotalTime>181</TotalTime>
  <Words>14</Words>
  <Application>Microsoft Office PowerPoint</Application>
  <PresentationFormat>Panorámica</PresentationFormat>
  <Paragraphs>4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Arial</vt:lpstr>
      <vt:lpstr>Gill Sans MT</vt:lpstr>
      <vt:lpstr>Impact</vt:lpstr>
      <vt:lpstr>Badge</vt:lpstr>
      <vt:lpstr>python</vt:lpstr>
      <vt:lpstr>instalación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</dc:title>
  <dc:creator>Jhonatan</dc:creator>
  <cp:lastModifiedBy>Jhonatan</cp:lastModifiedBy>
  <cp:revision>3</cp:revision>
  <dcterms:created xsi:type="dcterms:W3CDTF">2024-11-20T01:13:11Z</dcterms:created>
  <dcterms:modified xsi:type="dcterms:W3CDTF">2024-11-21T03:09:06Z</dcterms:modified>
</cp:coreProperties>
</file>