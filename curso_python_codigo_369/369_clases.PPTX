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9851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8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81632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2800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6884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0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53982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3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9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0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5AE765-5ECA-4C6C-A94D-BF7758BAA011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0182943-30FC-4DDB-BD37-ED0A0153A100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557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err="1" smtClean="0"/>
              <a:t>python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err="1" smtClean="0"/>
              <a:t>Jose</a:t>
            </a:r>
            <a:r>
              <a:rPr lang="es-BO" dirty="0" smtClean="0"/>
              <a:t> Jhonatan choque </a:t>
            </a:r>
            <a:r>
              <a:rPr lang="es-BO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4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instalación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Programas necesarios: visual </a:t>
            </a:r>
            <a:r>
              <a:rPr lang="es-BO" dirty="0" err="1" smtClean="0"/>
              <a:t>stude</a:t>
            </a:r>
            <a:r>
              <a:rPr lang="es-BO" dirty="0" smtClean="0"/>
              <a:t> </a:t>
            </a:r>
            <a:r>
              <a:rPr lang="es-BO" dirty="0" err="1" smtClean="0"/>
              <a:t>code</a:t>
            </a:r>
            <a:r>
              <a:rPr lang="es-BO" dirty="0" smtClean="0"/>
              <a:t>, </a:t>
            </a:r>
            <a:r>
              <a:rPr lang="es-BO" dirty="0" err="1" smtClean="0"/>
              <a:t>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91220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61</TotalTime>
  <Words>14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Gill Sans MT</vt:lpstr>
      <vt:lpstr>Impact</vt:lpstr>
      <vt:lpstr>Badge</vt:lpstr>
      <vt:lpstr>python</vt:lpstr>
      <vt:lpstr>instalación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Jhonatan</dc:creator>
  <cp:lastModifiedBy>Jhonatan</cp:lastModifiedBy>
  <cp:revision>3</cp:revision>
  <dcterms:created xsi:type="dcterms:W3CDTF">2024-11-20T01:13:11Z</dcterms:created>
  <dcterms:modified xsi:type="dcterms:W3CDTF">2024-11-20T02:14:22Z</dcterms:modified>
</cp:coreProperties>
</file>