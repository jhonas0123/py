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1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9851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186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3816320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28002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6884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1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806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753982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837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495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704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D15AE765-5ECA-4C6C-A94D-BF7758BAA011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0182943-30FC-4DDB-BD37-ED0A0153A100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65577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BO" dirty="0" err="1" smtClean="0"/>
              <a:t>python</a:t>
            </a:r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BO" dirty="0" err="1" smtClean="0"/>
              <a:t>Jose</a:t>
            </a:r>
            <a:r>
              <a:rPr lang="es-BO" dirty="0" smtClean="0"/>
              <a:t> Jhonatan choque </a:t>
            </a:r>
            <a:r>
              <a:rPr lang="es-BO" dirty="0" err="1" smtClean="0"/>
              <a:t>araujo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346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instalación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smtClean="0"/>
              <a:t>Programas necesarios: visual </a:t>
            </a:r>
            <a:r>
              <a:rPr lang="es-BO" dirty="0" err="1" smtClean="0"/>
              <a:t>stude</a:t>
            </a:r>
            <a:r>
              <a:rPr lang="es-BO" dirty="0" smtClean="0"/>
              <a:t> </a:t>
            </a:r>
            <a:r>
              <a:rPr lang="es-BO" dirty="0" err="1" smtClean="0"/>
              <a:t>code</a:t>
            </a:r>
            <a:r>
              <a:rPr lang="es-BO" dirty="0" smtClean="0"/>
              <a:t>, </a:t>
            </a:r>
            <a:r>
              <a:rPr lang="es-BO" dirty="0" err="1" smtClean="0"/>
              <a:t>python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912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Array</a:t>
            </a:r>
            <a:r>
              <a:rPr lang="es-ES" dirty="0" smtClean="0"/>
              <a:t> y listas</a:t>
            </a:r>
            <a:endParaRPr lang="es-BO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Listas: [ , , , , ,] </a:t>
            </a:r>
          </a:p>
          <a:p>
            <a:r>
              <a:rPr lang="es-ES" dirty="0" smtClean="0"/>
              <a:t>Se añade cualquier tipo de datos dentro pero separado por una coma</a:t>
            </a:r>
          </a:p>
          <a:p>
            <a:endParaRPr lang="es-BO" dirty="0"/>
          </a:p>
        </p:txBody>
      </p:sp>
    </p:spTree>
    <p:extLst>
      <p:ext uri="{BB962C8B-B14F-4D97-AF65-F5344CB8AC3E}">
        <p14:creationId xmlns:p14="http://schemas.microsoft.com/office/powerpoint/2010/main" val="4043446834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Distintivo</Template>
  <TotalTime>420</TotalTime>
  <Words>37</Words>
  <Application>Microsoft Office PowerPoint</Application>
  <PresentationFormat>Panorámica</PresentationFormat>
  <Paragraphs>7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Gill Sans MT</vt:lpstr>
      <vt:lpstr>Impact</vt:lpstr>
      <vt:lpstr>Badge</vt:lpstr>
      <vt:lpstr>python</vt:lpstr>
      <vt:lpstr>instalación</vt:lpstr>
      <vt:lpstr>Array y listas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</dc:title>
  <dc:creator>Jhonatan</dc:creator>
  <cp:lastModifiedBy>Jose Jhonatan Choque Araujo</cp:lastModifiedBy>
  <cp:revision>5</cp:revision>
  <dcterms:created xsi:type="dcterms:W3CDTF">2024-11-20T01:13:11Z</dcterms:created>
  <dcterms:modified xsi:type="dcterms:W3CDTF">2024-11-25T20:29:32Z</dcterms:modified>
</cp:coreProperties>
</file>